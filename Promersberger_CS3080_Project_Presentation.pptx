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1"/>
  </p:notesMasterIdLst>
  <p:handoutMasterIdLst>
    <p:handoutMasterId r:id="rId12"/>
  </p:handoutMasterIdLst>
  <p:sldIdLst>
    <p:sldId id="314" r:id="rId5"/>
    <p:sldId id="326" r:id="rId6"/>
    <p:sldId id="316" r:id="rId7"/>
    <p:sldId id="319" r:id="rId8"/>
    <p:sldId id="327" r:id="rId9"/>
    <p:sldId id="30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>
        <p:scale>
          <a:sx n="66" d="100"/>
          <a:sy n="66" d="100"/>
        </p:scale>
        <p:origin x="600" y="-84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92F9-2964-748A-05D3-719CFF1D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B942C-4E42-32A2-F930-9D03B2BBD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05E6E-04CE-9074-0049-CF0DC5661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CC570-13E8-B912-A453-898255E3C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238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8C90-63A9-59DC-6A1B-7B41E4B9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92822-8517-2FCF-EE0D-259E8A87F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C93AE-D288-43AC-4722-112C8BD79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4F5E-E79D-46B0-0E73-35256157B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64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103" y="4319569"/>
            <a:ext cx="7344696" cy="1716713"/>
          </a:xfrm>
        </p:spPr>
        <p:txBody>
          <a:bodyPr>
            <a:normAutofit/>
          </a:bodyPr>
          <a:lstStyle/>
          <a:p>
            <a:pPr algn="r"/>
            <a:r>
              <a:rPr lang="en-US" sz="3500" dirty="0"/>
              <a:t>Rachel Promersberger</a:t>
            </a:r>
            <a:br>
              <a:rPr lang="en-US" sz="3500" dirty="0"/>
            </a:br>
            <a:r>
              <a:rPr lang="en-US" sz="3500" dirty="0"/>
              <a:t>CS3080: Programming in Python</a:t>
            </a:r>
            <a:br>
              <a:rPr lang="en-US" sz="3500" dirty="0"/>
            </a:br>
            <a:r>
              <a:rPr lang="en-US" sz="3500" dirty="0"/>
              <a:t>9 December 2025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8DF6-5AB6-479C-386B-E97460ED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31B8DC-C926-02E0-2BF9-EF7C161DF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ED60E9B-A94B-491C-0F0F-4D3D305F5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388108"/>
            <a:ext cx="5057104" cy="2081784"/>
          </a:xfrm>
        </p:spPr>
        <p:txBody>
          <a:bodyPr/>
          <a:lstStyle/>
          <a:p>
            <a:pPr algn="ctr"/>
            <a:r>
              <a:rPr lang="en-US" dirty="0"/>
              <a:t>Strong Password</a:t>
            </a:r>
            <a:br>
              <a:rPr lang="en-US" dirty="0"/>
            </a:br>
            <a:r>
              <a:rPr lang="en-US" dirty="0"/>
              <a:t>Generator</a:t>
            </a:r>
          </a:p>
        </p:txBody>
      </p:sp>
    </p:spTree>
    <p:extLst>
      <p:ext uri="{BB962C8B-B14F-4D97-AF65-F5344CB8AC3E}">
        <p14:creationId xmlns:p14="http://schemas.microsoft.com/office/powerpoint/2010/main" val="3020210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95" y="713693"/>
            <a:ext cx="9123452" cy="761010"/>
          </a:xfrm>
        </p:spPr>
        <p:txBody>
          <a:bodyPr>
            <a:normAutofit/>
          </a:bodyPr>
          <a:lstStyle/>
          <a:p>
            <a:pPr algn="r"/>
            <a:r>
              <a:rPr lang="en-US" sz="3500" dirty="0"/>
              <a:t>Generate Password Function</a:t>
            </a:r>
          </a:p>
        </p:txBody>
      </p:sp>
      <p:pic>
        <p:nvPicPr>
          <p:cNvPr id="15" name="Picture 14" descr="A computer code with colorful text&#10;&#10;AI-generated content may be incorrect.">
            <a:extLst>
              <a:ext uri="{FF2B5EF4-FFF2-40B4-BE49-F238E27FC236}">
                <a16:creationId xmlns:a16="http://schemas.microsoft.com/office/drawing/2014/main" id="{9A723141-DE59-60A6-032F-B1E3F15567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1" r="40722" b="1766"/>
          <a:stretch>
            <a:fillRect/>
          </a:stretch>
        </p:blipFill>
        <p:spPr>
          <a:xfrm>
            <a:off x="509153" y="2001253"/>
            <a:ext cx="11173694" cy="41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8360" y="3428999"/>
            <a:ext cx="3404135" cy="1707350"/>
          </a:xfrm>
        </p:spPr>
        <p:txBody>
          <a:bodyPr>
            <a:noAutofit/>
          </a:bodyPr>
          <a:lstStyle/>
          <a:p>
            <a:r>
              <a:rPr lang="en-US" sz="3500" dirty="0"/>
              <a:t>Parameterize Password with GUI input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1AF832-DB85-BF3A-79DD-C693ABA73E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" t="-331" r="17104" b="331"/>
          <a:stretch>
            <a:fillRect/>
          </a:stretch>
        </p:blipFill>
        <p:spPr>
          <a:xfrm>
            <a:off x="288759" y="517787"/>
            <a:ext cx="8229601" cy="582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C8DE-7A7D-08CB-917F-76CBA6DF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8818A-8749-8162-E2D5-3246A9EE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672" y="224056"/>
            <a:ext cx="6020655" cy="791833"/>
          </a:xfrm>
        </p:spPr>
        <p:txBody>
          <a:bodyPr>
            <a:normAutofit/>
          </a:bodyPr>
          <a:lstStyle/>
          <a:p>
            <a:pPr algn="ctr"/>
            <a:r>
              <a:rPr lang="en-US" sz="3500" dirty="0"/>
              <a:t>Launch Interface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1DAFCD9-BAFB-FB2D-3349-49F86D8A2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657"/>
          <a:stretch>
            <a:fillRect/>
          </a:stretch>
        </p:blipFill>
        <p:spPr>
          <a:xfrm>
            <a:off x="1238137" y="1015889"/>
            <a:ext cx="9715725" cy="547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2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Rachel Promersberger</a:t>
            </a:r>
          </a:p>
          <a:p>
            <a:r>
              <a:rPr lang="en-US" dirty="0"/>
              <a:t>rpromers@uccs.edu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{5311247A-C675-44A1-98E8-8FB69117AC01}TF44172dc5-d19e-4d2a-aaf3-e2c69a283fd81f4275d0_win32-950e754c5494</Template>
  <TotalTime>31</TotalTime>
  <Words>41</Words>
  <Application>Microsoft Office PowerPoint</Application>
  <PresentationFormat>Widescreen</PresentationFormat>
  <Paragraphs>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Tenorite</vt:lpstr>
      <vt:lpstr>Custom</vt:lpstr>
      <vt:lpstr>Rachel Promersberger CS3080: Programming in Python 9 December 2025</vt:lpstr>
      <vt:lpstr>Strong Password Generator</vt:lpstr>
      <vt:lpstr>Generate Password Function</vt:lpstr>
      <vt:lpstr>Parameterize Password with GUI input</vt:lpstr>
      <vt:lpstr>Launch Interface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Promersberger</dc:creator>
  <cp:lastModifiedBy>Rachel Promersberger</cp:lastModifiedBy>
  <cp:revision>1</cp:revision>
  <dcterms:created xsi:type="dcterms:W3CDTF">2025-12-09T07:55:37Z</dcterms:created>
  <dcterms:modified xsi:type="dcterms:W3CDTF">2025-12-09T08:26:40Z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