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3"/>
  </p:notesMasterIdLst>
  <p:handoutMasterIdLst>
    <p:handoutMasterId r:id="rId14"/>
  </p:handoutMasterIdLst>
  <p:sldIdLst>
    <p:sldId id="314" r:id="rId5"/>
    <p:sldId id="326" r:id="rId6"/>
    <p:sldId id="328" r:id="rId7"/>
    <p:sldId id="316" r:id="rId8"/>
    <p:sldId id="319" r:id="rId9"/>
    <p:sldId id="327" r:id="rId10"/>
    <p:sldId id="329" r:id="rId11"/>
    <p:sldId id="30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825" autoAdjust="0"/>
    <p:restoredTop sz="95388" autoAdjust="0"/>
  </p:normalViewPr>
  <p:slideViewPr>
    <p:cSldViewPr snapToGrid="0">
      <p:cViewPr varScale="1">
        <p:scale>
          <a:sx n="62" d="100"/>
          <a:sy n="62" d="100"/>
        </p:scale>
        <p:origin x="152" y="48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12/10/2025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12/10/2025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792F9-2964-748A-05D3-719CFF1DC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4B942C-4E42-32A2-F930-9D03B2BBD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05E6E-04CE-9074-0049-CF0DC5661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CC570-13E8-B912-A453-898255E3C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2384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1B6B0-0484-3D15-5D8B-9FD490415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E5155F-DC35-6DDD-0AC0-97B5E6BBDB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19250-0554-4886-745C-B86DE16A45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4FDCE4-D200-D880-063C-156A28BBE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2438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550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4728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08C90-63A9-59DC-6A1B-7B41E4B92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592822-8517-2FCF-EE0D-259E8A87F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1C93AE-D288-43AC-4722-112C8BD79D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94F5E-E79D-46B0-0E73-35256157B6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8644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9A8C-1D47-5288-FC10-49F3CB180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78F98-7C56-E145-0C62-14777F3227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11D54B-D085-757A-6C45-91B44C32E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52841-BA8B-4EC8-1D53-24DE83768C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4451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966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buNone/>
              <a:defRPr sz="2000"/>
            </a:lvl1pPr>
            <a:lvl2pPr>
              <a:lnSpc>
                <a:spcPct val="120000"/>
              </a:lnSpc>
              <a:defRPr sz="1800"/>
            </a:lvl2pPr>
            <a:lvl3pPr>
              <a:lnSpc>
                <a:spcPct val="120000"/>
              </a:lnSpc>
              <a:defRPr sz="1600"/>
            </a:lvl3pPr>
            <a:lvl4pPr>
              <a:lnSpc>
                <a:spcPct val="120000"/>
              </a:lnSpc>
              <a:defRPr sz="1400"/>
            </a:lvl4pPr>
            <a:lvl5pPr>
              <a:lnSpc>
                <a:spcPct val="120000"/>
              </a:lnSpc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left Imag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>
              <a:spcBef>
                <a:spcPts val="0"/>
              </a:spcBef>
              <a:spcAft>
                <a:spcPts val="1200"/>
              </a:spcAft>
              <a:defRPr sz="1800" b="1"/>
            </a:lvl2pPr>
            <a:lvl3pPr>
              <a:spcBef>
                <a:spcPts val="0"/>
              </a:spcBef>
              <a:spcAft>
                <a:spcPts val="1200"/>
              </a:spcAft>
              <a:defRPr sz="1600" b="1"/>
            </a:lvl3pPr>
            <a:lvl4pPr>
              <a:spcBef>
                <a:spcPts val="0"/>
              </a:spcBef>
              <a:spcAft>
                <a:spcPts val="1200"/>
              </a:spcAft>
              <a:defRPr sz="1400" b="1"/>
            </a:lvl4pPr>
            <a:lvl5pPr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right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sz="16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103" y="4319569"/>
            <a:ext cx="7344696" cy="1716713"/>
          </a:xfrm>
        </p:spPr>
        <p:txBody>
          <a:bodyPr>
            <a:normAutofit/>
          </a:bodyPr>
          <a:lstStyle/>
          <a:p>
            <a:pPr algn="r"/>
            <a:r>
              <a:rPr lang="en-US" sz="3500" dirty="0"/>
              <a:t>Rachel Promersberger</a:t>
            </a:r>
            <a:br>
              <a:rPr lang="en-US" sz="3500" dirty="0"/>
            </a:br>
            <a:r>
              <a:rPr lang="en-US" sz="3500" dirty="0"/>
              <a:t>CS3080: Programming in Python</a:t>
            </a:r>
            <a:br>
              <a:rPr lang="en-US" sz="3500" dirty="0"/>
            </a:br>
            <a:r>
              <a:rPr lang="en-US" sz="3500" dirty="0"/>
              <a:t>9 December 2025</a:t>
            </a:r>
          </a:p>
        </p:txBody>
      </p:sp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8DF6-5AB6-479C-386B-E97460ED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A131B8DC-C926-02E0-2BF9-EF7C161DF4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2ED60E9B-A94B-491C-0F0F-4D3D305F5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0" y="837397"/>
            <a:ext cx="7007192" cy="1703671"/>
          </a:xfrm>
        </p:spPr>
        <p:txBody>
          <a:bodyPr>
            <a:normAutofit fontScale="90000"/>
          </a:bodyPr>
          <a:lstStyle/>
          <a:p>
            <a:r>
              <a:rPr lang="en-US" dirty="0"/>
              <a:t>Strong Password Generator With </a:t>
            </a:r>
            <a:r>
              <a:rPr lang="en-US" dirty="0" err="1"/>
              <a:t>TKinter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BCB65D-2BCD-482F-0453-DF1EF8315223}"/>
              </a:ext>
            </a:extLst>
          </p:cNvPr>
          <p:cNvSpPr txBox="1"/>
          <p:nvPr/>
        </p:nvSpPr>
        <p:spPr>
          <a:xfrm>
            <a:off x="5181600" y="2897204"/>
            <a:ext cx="5370897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>
                <a:solidFill>
                  <a:schemeClr val="bg1"/>
                </a:solidFill>
              </a:rPr>
              <a:t>Features:</a:t>
            </a:r>
          </a:p>
          <a:p>
            <a:pPr marL="342900" indent="-342900">
              <a:buAutoNum type="arabicPeriod"/>
            </a:pPr>
            <a:r>
              <a:rPr lang="en-US" sz="2500" dirty="0">
                <a:solidFill>
                  <a:schemeClr val="bg1"/>
                </a:solidFill>
              </a:rPr>
              <a:t>Enter character length</a:t>
            </a:r>
          </a:p>
          <a:p>
            <a:pPr marL="342900" indent="-342900">
              <a:buAutoNum type="arabicPeriod"/>
            </a:pPr>
            <a:r>
              <a:rPr lang="en-US" sz="2500" dirty="0">
                <a:solidFill>
                  <a:schemeClr val="bg1"/>
                </a:solidFill>
              </a:rPr>
              <a:t>Selected for symbols and mixed letter case type</a:t>
            </a:r>
          </a:p>
          <a:p>
            <a:pPr marL="342900" indent="-342900">
              <a:buAutoNum type="arabicPeriod"/>
            </a:pPr>
            <a:r>
              <a:rPr lang="en-US" sz="2500" dirty="0">
                <a:solidFill>
                  <a:schemeClr val="bg1"/>
                </a:solidFill>
              </a:rPr>
              <a:t>Ability to copy to clipboard</a:t>
            </a:r>
          </a:p>
        </p:txBody>
      </p:sp>
    </p:spTree>
    <p:extLst>
      <p:ext uri="{BB962C8B-B14F-4D97-AF65-F5344CB8AC3E}">
        <p14:creationId xmlns:p14="http://schemas.microsoft.com/office/powerpoint/2010/main" val="30202104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79559-B637-0EB1-A21C-2011AAC2F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57CB9-AC10-50E9-E50E-F204ABD2A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1017" y="856648"/>
            <a:ext cx="2127181" cy="650976"/>
          </a:xfrm>
        </p:spPr>
        <p:txBody>
          <a:bodyPr>
            <a:noAutofit/>
          </a:bodyPr>
          <a:lstStyle/>
          <a:p>
            <a:r>
              <a:rPr lang="en-US" sz="3500" dirty="0"/>
              <a:t>Process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D73014-416C-9B98-7751-58CD6E2ADCFC}"/>
              </a:ext>
            </a:extLst>
          </p:cNvPr>
          <p:cNvSpPr txBox="1"/>
          <p:nvPr/>
        </p:nvSpPr>
        <p:spPr>
          <a:xfrm>
            <a:off x="3712143" y="2182505"/>
            <a:ext cx="4924928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500" dirty="0">
                <a:solidFill>
                  <a:schemeClr val="bg1"/>
                </a:solidFill>
              </a:rPr>
              <a:t>Generate password function</a:t>
            </a:r>
          </a:p>
          <a:p>
            <a:pPr marL="342900" indent="-342900">
              <a:buAutoNum type="arabicPeriod"/>
            </a:pPr>
            <a:r>
              <a:rPr lang="en-US" sz="2500" dirty="0">
                <a:solidFill>
                  <a:schemeClr val="bg1"/>
                </a:solidFill>
              </a:rPr>
              <a:t>Backend GUI &amp; </a:t>
            </a:r>
            <a:r>
              <a:rPr lang="en-US" sz="2500" dirty="0" err="1">
                <a:solidFill>
                  <a:schemeClr val="bg1"/>
                </a:solidFill>
              </a:rPr>
              <a:t>tkinter</a:t>
            </a:r>
            <a:r>
              <a:rPr lang="en-US" sz="2500" dirty="0">
                <a:solidFill>
                  <a:schemeClr val="bg1"/>
                </a:solidFill>
              </a:rPr>
              <a:t> interface</a:t>
            </a:r>
          </a:p>
          <a:p>
            <a:pPr marL="342900" indent="-342900">
              <a:buAutoNum type="arabicPeriod"/>
            </a:pPr>
            <a:r>
              <a:rPr lang="en-US" sz="2500" dirty="0">
                <a:solidFill>
                  <a:schemeClr val="bg1"/>
                </a:solidFill>
              </a:rPr>
              <a:t>Launch Interface</a:t>
            </a:r>
          </a:p>
        </p:txBody>
      </p:sp>
    </p:spTree>
    <p:extLst>
      <p:ext uri="{BB962C8B-B14F-4D97-AF65-F5344CB8AC3E}">
        <p14:creationId xmlns:p14="http://schemas.microsoft.com/office/powerpoint/2010/main" val="63155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6FD5F-786B-1974-5F47-94CA02CFA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395" y="713693"/>
            <a:ext cx="9123452" cy="761010"/>
          </a:xfrm>
        </p:spPr>
        <p:txBody>
          <a:bodyPr>
            <a:normAutofit/>
          </a:bodyPr>
          <a:lstStyle/>
          <a:p>
            <a:pPr algn="r"/>
            <a:r>
              <a:rPr lang="en-US" sz="3500" dirty="0"/>
              <a:t>Generate Password Function</a:t>
            </a:r>
          </a:p>
        </p:txBody>
      </p:sp>
      <p:pic>
        <p:nvPicPr>
          <p:cNvPr id="15" name="Picture 14" descr="A computer code with colorful text&#10;&#10;AI-generated content may be incorrect.">
            <a:extLst>
              <a:ext uri="{FF2B5EF4-FFF2-40B4-BE49-F238E27FC236}">
                <a16:creationId xmlns:a16="http://schemas.microsoft.com/office/drawing/2014/main" id="{9A723141-DE59-60A6-032F-B1E3F15567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21" r="40722" b="1766"/>
          <a:stretch>
            <a:fillRect/>
          </a:stretch>
        </p:blipFill>
        <p:spPr>
          <a:xfrm>
            <a:off x="509153" y="2001253"/>
            <a:ext cx="11173694" cy="41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742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08221-C29B-07A3-B569-B8B466B10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8360" y="3428999"/>
            <a:ext cx="3404135" cy="1707350"/>
          </a:xfrm>
        </p:spPr>
        <p:txBody>
          <a:bodyPr>
            <a:noAutofit/>
          </a:bodyPr>
          <a:lstStyle/>
          <a:p>
            <a:r>
              <a:rPr lang="en-US" sz="3500" dirty="0"/>
              <a:t>Parameterize Password with GUI input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C1AF832-DB85-BF3A-79DD-C693ABA73E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4" t="-331" r="17104" b="331"/>
          <a:stretch>
            <a:fillRect/>
          </a:stretch>
        </p:blipFill>
        <p:spPr>
          <a:xfrm>
            <a:off x="288759" y="517787"/>
            <a:ext cx="8229601" cy="582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41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8C8DE-7A7D-08CB-917F-76CBA6DF1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8818A-8749-8162-E2D5-3246A9EE0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672" y="224056"/>
            <a:ext cx="6020655" cy="791833"/>
          </a:xfrm>
        </p:spPr>
        <p:txBody>
          <a:bodyPr>
            <a:normAutofit/>
          </a:bodyPr>
          <a:lstStyle/>
          <a:p>
            <a:pPr algn="ctr"/>
            <a:r>
              <a:rPr lang="en-US" sz="3500" dirty="0"/>
              <a:t>Launch Interface</a:t>
            </a:r>
          </a:p>
        </p:txBody>
      </p:sp>
      <p:pic>
        <p:nvPicPr>
          <p:cNvPr id="4" name="Picture 3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21DAFCD9-BAFB-FB2D-3349-49F86D8A21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657"/>
          <a:stretch>
            <a:fillRect/>
          </a:stretch>
        </p:blipFill>
        <p:spPr>
          <a:xfrm>
            <a:off x="1238137" y="1015889"/>
            <a:ext cx="9715725" cy="5472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729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444C4-DC79-DF57-44F1-13F4F1B51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4D78E-4F5F-0AC2-878A-BB02894F1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3227" y="688368"/>
            <a:ext cx="3705546" cy="769832"/>
          </a:xfrm>
        </p:spPr>
        <p:txBody>
          <a:bodyPr>
            <a:noAutofit/>
          </a:bodyPr>
          <a:lstStyle/>
          <a:p>
            <a:r>
              <a:rPr lang="en-US" sz="3500" dirty="0"/>
              <a:t>What I learned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A72714-16B4-F13B-6488-4AC3B9DBEBCC}"/>
              </a:ext>
            </a:extLst>
          </p:cNvPr>
          <p:cNvSpPr txBox="1"/>
          <p:nvPr/>
        </p:nvSpPr>
        <p:spPr>
          <a:xfrm>
            <a:off x="1190090" y="2421032"/>
            <a:ext cx="9811820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500" dirty="0">
                <a:solidFill>
                  <a:schemeClr val="bg1"/>
                </a:solidFill>
              </a:rPr>
              <a:t>Gained experience with </a:t>
            </a:r>
            <a:r>
              <a:rPr lang="en-US" sz="2500" dirty="0" err="1">
                <a:solidFill>
                  <a:schemeClr val="bg1"/>
                </a:solidFill>
              </a:rPr>
              <a:t>tkinter</a:t>
            </a:r>
            <a:r>
              <a:rPr lang="en-US" sz="2500" dirty="0">
                <a:solidFill>
                  <a:schemeClr val="bg1"/>
                </a:solidFill>
              </a:rPr>
              <a:t> library</a:t>
            </a:r>
          </a:p>
          <a:p>
            <a:pPr marL="342900" indent="-342900">
              <a:buAutoNum type="arabicPeriod"/>
            </a:pPr>
            <a:r>
              <a:rPr lang="en-US" sz="2500" dirty="0">
                <a:solidFill>
                  <a:schemeClr val="bg1"/>
                </a:solidFill>
              </a:rPr>
              <a:t>High-level python libraries make achieving something rather easy</a:t>
            </a:r>
          </a:p>
          <a:p>
            <a:pPr marL="742950" lvl="1" indent="-285750">
              <a:buFontTx/>
              <a:buChar char="-"/>
            </a:pPr>
            <a:r>
              <a:rPr lang="en-US" sz="2500" dirty="0">
                <a:solidFill>
                  <a:schemeClr val="bg1"/>
                </a:solidFill>
              </a:rPr>
              <a:t>It’s just a matter of learning how that library is structured that is the main learning curve</a:t>
            </a:r>
          </a:p>
          <a:p>
            <a:r>
              <a:rPr lang="en-US" sz="2500" dirty="0">
                <a:solidFill>
                  <a:schemeClr val="bg1"/>
                </a:solidFill>
              </a:rPr>
              <a:t>3. If I had more time, I would want to add more features and colors </a:t>
            </a:r>
          </a:p>
        </p:txBody>
      </p:sp>
    </p:spTree>
    <p:extLst>
      <p:ext uri="{BB962C8B-B14F-4D97-AF65-F5344CB8AC3E}">
        <p14:creationId xmlns:p14="http://schemas.microsoft.com/office/powerpoint/2010/main" val="1402139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7B52831-0916-294C-0ACB-9774B980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82E216E-9EE0-9D3F-D692-083F575A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15" y="374090"/>
            <a:ext cx="5057104" cy="362498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F398FDD-E639-CF6A-B875-443655F2B3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1514" y="4172989"/>
            <a:ext cx="5057103" cy="2519363"/>
          </a:xfrm>
        </p:spPr>
        <p:txBody>
          <a:bodyPr/>
          <a:lstStyle/>
          <a:p>
            <a:r>
              <a:rPr lang="en-US" dirty="0"/>
              <a:t>Rachel Promersberger</a:t>
            </a:r>
          </a:p>
          <a:p>
            <a:r>
              <a:rPr lang="en-US" dirty="0"/>
              <a:t>rpromers@uccs.edu</a:t>
            </a:r>
          </a:p>
        </p:txBody>
      </p:sp>
    </p:spTree>
    <p:extLst>
      <p:ext uri="{BB962C8B-B14F-4D97-AF65-F5344CB8AC3E}">
        <p14:creationId xmlns:p14="http://schemas.microsoft.com/office/powerpoint/2010/main" val="76993264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22318419_win32_SL_V9" id="{8502042B-488E-4F33-AD20-77B40A1BC1AA}" vid="{A90C26AF-23CA-48C5-BFF9-84DC7B1C91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{5311247A-C675-44A1-98E8-8FB69117AC01}TF44172dc5-d19e-4d2a-aaf3-e2c69a283fd81f4275d0_win32-950e754c5494</Template>
  <TotalTime>736</TotalTime>
  <Words>123</Words>
  <Application>Microsoft Office PowerPoint</Application>
  <PresentationFormat>Widescreen</PresentationFormat>
  <Paragraphs>29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Tenorite</vt:lpstr>
      <vt:lpstr>Custom</vt:lpstr>
      <vt:lpstr>Rachel Promersberger CS3080: Programming in Python 9 December 2025</vt:lpstr>
      <vt:lpstr>Strong Password Generator With TKinter</vt:lpstr>
      <vt:lpstr>Process</vt:lpstr>
      <vt:lpstr>Generate Password Function</vt:lpstr>
      <vt:lpstr>Parameterize Password with GUI input</vt:lpstr>
      <vt:lpstr>Launch Interface</vt:lpstr>
      <vt:lpstr>What I learned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Rachel Promersberger</dc:creator>
  <cp:lastModifiedBy>Rachel Promersberger</cp:lastModifiedBy>
  <cp:revision>6</cp:revision>
  <dcterms:created xsi:type="dcterms:W3CDTF">2025-12-09T07:55:37Z</dcterms:created>
  <dcterms:modified xsi:type="dcterms:W3CDTF">2025-12-10T18:21:04Z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